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83760" y="165240"/>
            <a:ext cx="5593680" cy="186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" name="Google Shape;12;p2"/>
          <p:cNvCxnSpPr/>
          <p:nvPr/>
        </p:nvCxnSpPr>
        <p:spPr>
          <a:xfrm flipH="1">
            <a:off x="228600" y="49636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5" name="Google Shape;13;p2"/>
          <p:cNvSpPr/>
          <p:nvPr/>
        </p:nvSpPr>
        <p:spPr>
          <a:xfrm>
            <a:off x="2530800" y="165240"/>
            <a:ext cx="4748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5400" cy="1490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" name="Google Shape;72;p1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17960" y="13104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Google Shape;117;p20"/>
          <p:cNvSpPr/>
          <p:nvPr/>
        </p:nvSpPr>
        <p:spPr>
          <a:xfrm>
            <a:off x="6038640" y="3758760"/>
            <a:ext cx="28764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1" name="Google Shape;118;p20"/>
          <p:cNvCxnSpPr/>
          <p:nvPr/>
        </p:nvCxnSpPr>
        <p:spPr>
          <a:xfrm flipH="1">
            <a:off x="8297640" y="7552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944280"/>
            <a:ext cx="770364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4" name="Google Shape;23;p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9C10-3508-43AF-FBF7-906F3D81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72" y="1435019"/>
            <a:ext cx="6935400" cy="1196669"/>
          </a:xfrm>
        </p:spPr>
        <p:txBody>
          <a:bodyPr/>
          <a:lstStyle/>
          <a:p>
            <a:pPr algn="ctr"/>
            <a:r>
              <a:rPr lang="en-US" dirty="0"/>
              <a:t>Cloud OSI</a:t>
            </a:r>
            <a:br>
              <a:rPr lang="en-US" dirty="0"/>
            </a:br>
            <a:br>
              <a:rPr lang="en-US" dirty="0">
                <a:solidFill>
                  <a:srgbClr val="000000"/>
                </a:solidFill>
                <a:latin typeface="OpenSymbol"/>
              </a:rPr>
            </a:br>
            <a:endParaRPr lang="en-IN" dirty="0"/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10D3A53F-920A-D029-776A-7EDA521363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831" y="443965"/>
            <a:ext cx="7878337" cy="622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E697F3-5A20-C325-EF8F-6C811ED6060E}"/>
              </a:ext>
            </a:extLst>
          </p:cNvPr>
          <p:cNvSpPr txBox="1"/>
          <p:nvPr/>
        </p:nvSpPr>
        <p:spPr>
          <a:xfrm>
            <a:off x="1319560" y="2262356"/>
            <a:ext cx="608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91919"/>
                </a:solidFill>
                <a:latin typeface="arial"/>
              </a:rPr>
              <a:t>Mapping OSI layers to practical cloud networking design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8338D-7873-0030-C230-6E773B072111}"/>
              </a:ext>
            </a:extLst>
          </p:cNvPr>
          <p:cNvSpPr txBox="1"/>
          <p:nvPr/>
        </p:nvSpPr>
        <p:spPr>
          <a:xfrm>
            <a:off x="5865541" y="2951356"/>
            <a:ext cx="198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</a:t>
            </a:r>
          </a:p>
          <a:p>
            <a:r>
              <a:rPr lang="en-US" dirty="0"/>
              <a:t>V.Sheershika</a:t>
            </a:r>
          </a:p>
          <a:p>
            <a:r>
              <a:rPr lang="en-US" dirty="0"/>
              <a:t>192472056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20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87658" y="600308"/>
            <a:ext cx="693396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 dirty="0">
                <a:solidFill>
                  <a:srgbClr val="191919"/>
                </a:solidFill>
                <a:effectLst/>
                <a:uFillTx/>
                <a:latin typeface="Radio Canada Big"/>
              </a:rPr>
              <a:t>OSI in Cloud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665316"/>
            <a:ext cx="7038720" cy="29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lnSpcReduction="10000"/>
          </a:bodyPr>
          <a:lstStyle/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OSI model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helps organize cloud networking.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1–2 (Physical &amp; Data Link):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Physical servers, virtual network cards (ENIs), and virtual networks (VXLAN).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3 (Network):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VPC, subnets, route tables, and IP routing.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4 (Transport):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TCP/UDP communication and load balancers.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5 (Session):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Manages user sessions and connections.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6 (Presentation):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Data encryption and decryption using TLS.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Layer 7 (Application):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Cloud applications and user services.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Benefit :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Makes cloud networks secure, organized, and easy to manage.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76280" y="61191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191919"/>
                </a:solidFill>
                <a:effectLst/>
                <a:uFillTx/>
                <a:latin typeface="Radio Canada Big"/>
              </a:rPr>
              <a:t>Traditional Network vs Cloud Network (VXLAN/SDN)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20845" y="1499940"/>
            <a:ext cx="67338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Traditional networks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use physical switches, cables, and VLANs.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Cloud networks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use virtual networking with VXLAN and SDN.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Traditional networks have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hardware-based failure detection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Cloud networks may experience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VM packet drops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or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noisy neighbor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issues.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Traditional networks are monitored using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MAC tables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and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port status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Cloud networks are monitored using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flow logs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and </a:t>
            </a: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virtual NIC metrics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Key advantage : 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Traditional networks are easier to troubleshoot physically, while cloud networks offer greater flexibility and scalability through software.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62440" y="1333440"/>
            <a:ext cx="39049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/>
          <p:cNvSpPr/>
          <p:nvPr/>
        </p:nvSpPr>
        <p:spPr>
          <a:xfrm>
            <a:off x="17240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3086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4448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581040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7172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47628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1095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18381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24573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320040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3819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456264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18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592452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65437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Rectangle: Rounded Corners 38"/>
          <p:cNvSpPr/>
          <p:nvPr/>
        </p:nvSpPr>
        <p:spPr>
          <a:xfrm>
            <a:off x="72867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616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7905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rgbClr val="191919"/>
                </a:solidFill>
                <a:effectLst/>
                <a:uFillTx/>
                <a:latin typeface="Radio Canada Big"/>
              </a:rPr>
              <a:t>Six-Step Cloud OSI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280" y="1219320"/>
            <a:ext cx="124740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Collect requirements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76280" y="2619360"/>
            <a:ext cx="1247400" cy="21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91919"/>
                </a:solidFill>
                <a:effectLst/>
                <a:uFillTx/>
                <a:latin typeface="arial"/>
              </a:rPr>
              <a:t>Capture availability targets (RTO/RPO), capacity needs, expected traffic flows, and compliance requirements.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83816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Define topology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838160" y="2619360"/>
            <a:ext cx="124740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Map VPCs, AZs, and subnets; assign OSI-layer responsibilities to components (e.g., private subnet = Layer 3 isolation).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0040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Specify security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200400" y="2619360"/>
            <a:ext cx="124740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Translate policies into concrete controls: security groups, NACLs, IAM roles, and WAF rules (Layers 3–7).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6264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Choose connectivity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62640" y="2619360"/>
            <a:ext cx="1247400" cy="1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Select VPN, Direct Connect, or Transit Gateway; decide overlay options and routing (Layer 2/3).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924520" y="1219320"/>
            <a:ext cx="124740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Plan 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924520" y="2619360"/>
            <a:ext cx="1247400" cy="1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Choose instance types, ENI counts, placement groups, and multi-AZ failover to meet Layer 1–4 resiliency.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28676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adio Canada Big"/>
              </a:rPr>
              <a:t>Instrument tests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286760" y="2619360"/>
            <a:ext cx="1247400" cy="21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Enable flow logs, packet captures where available; run failover and load tests and validate timeouts and sessions (Layers 4–7).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191919"/>
                </a:solidFill>
                <a:effectLst/>
                <a:uFillTx/>
                <a:latin typeface="+mj-lt"/>
              </a:rPr>
              <a:t>Importance of OSI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3382" y="1276470"/>
            <a:ext cx="8191080" cy="259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Provides a clear framework for network communication.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Helps identify problems at the correct OSI layer.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 Simplifies cloud network management.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Improves data transmission efficiency.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Enables better security implementation.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600" dirty="0"/>
              <a:t>Supports reliable and scalable cloud networking.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191919"/>
                </a:solidFill>
                <a:effectLst/>
                <a:uFillTx/>
                <a:latin typeface="Radio Canada Big"/>
              </a:rPr>
              <a:t>Why OSI Mapping Matters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81802" y="1143270"/>
            <a:ext cx="65908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Provides a structured approach to designing and managing cloud networks.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 Helps identify and isolate issues by analyzing each OSI layer separately.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Improves network security by applying protection at different layers.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Enhances performance through efficient routing and data transmission.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Ensures compatibility between different cloud services and network devices.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Optimizes cloud resources such as VPCs, subnets, gateways, and load balancers.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N" sz="1400" dirty="0"/>
              <a:t>Supports scalability and reliability as network traffic grows.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501804" y="511097"/>
            <a:ext cx="693396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rgbClr val="191919"/>
                </a:solidFill>
                <a:effectLst/>
                <a:uFillTx/>
                <a:latin typeface="+mj-lt"/>
              </a:rPr>
              <a:t>Key Takeaways</a:t>
            </a:r>
            <a:endParaRPr lang="en-US" sz="35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47947" y="1740729"/>
            <a:ext cx="6476760" cy="20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Understand how the OSI model works in cloud networking.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Compare cloud networking with traditional on-premises networks.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 Learn a simple 6-step cloud network design process.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Evaluate the performance and cost of cloud solutions. 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Explore AI techniques used to manage and optimize network traffic.</a:t>
            </a:r>
          </a:p>
          <a:p>
            <a:pPr>
              <a:lnSpc>
                <a:spcPct val="150000"/>
              </a:lnSpc>
              <a:buClr>
                <a:srgbClr val="191919"/>
              </a:buClr>
              <a:buFont typeface="Calibri"/>
              <a:buChar char="•"/>
            </a:pPr>
            <a:r>
              <a:rPr lang="en-IN" sz="1400" dirty="0"/>
              <a:t>Understand the benefits of cloud networking, such as scalability, reliability, and security.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926F-E28B-C1CD-09AB-326FBE89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120" y="1826550"/>
            <a:ext cx="6935400" cy="149040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79504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557</Words>
  <Application>Microsoft Office PowerPoint</Application>
  <PresentationFormat>On-screen Show (16:9)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</vt:lpstr>
      <vt:lpstr>Calibri</vt:lpstr>
      <vt:lpstr>OpenSymbol</vt:lpstr>
      <vt:lpstr>Radio Canada Big</vt:lpstr>
      <vt:lpstr>Symbol</vt:lpstr>
      <vt:lpstr>Wingdings</vt:lpstr>
      <vt:lpstr>Technology Launches by Slidesgo</vt:lpstr>
      <vt:lpstr>Cloud OSI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SHEERSHIKA</dc:creator>
  <cp:lastModifiedBy>velkuru sheershika</cp:lastModifiedBy>
  <cp:revision>3</cp:revision>
  <dcterms:modified xsi:type="dcterms:W3CDTF">2026-07-22T03:46:35Z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2026-07-21T15:32:37Z</dcterms:created>
  <dc:creator>Slidesgo AI</dc:creator>
  <dc:description/>
  <dc:language>en-US</dc:language>
  <cp:lastModifiedBy>Unknown Creator</cp:lastModifiedBy>
  <dcterms:modified xsi:type="dcterms:W3CDTF">2026-07-21T15:32:37Z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a2500c6b-d588-43a1-a23f-3f9085fe2030</vt:lpwstr>
  </property>
</Properties>
</file>